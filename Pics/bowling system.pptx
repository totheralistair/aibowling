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26" d="100"/>
          <a:sy n="126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A0F-5193-F06E-6515-D9F2C707B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4D03C-519B-C587-7B88-11C5F5454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DFC1-279B-C727-A947-390FA8668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405B-0EEA-6657-A7F3-E184B649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3E93E-A677-0A52-CFB6-531FC59E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3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49F3-B3A5-9745-2CE3-E7DC43A8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5D43-2BD7-34BE-E02B-C6DA7746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E2957-8FBB-374C-C407-FB1AC7A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C77F-3EF8-07D4-C472-B945AC68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BB32E-3FF4-CA28-D531-0E608F1F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8AE6-8831-6A21-7CC1-40136FD2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060CD-B51B-7448-23B5-05DF6E125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27DF-22D7-92DD-C119-DEA7FE7B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6FC46-1E76-0F85-37A0-F75487B5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BBFF-B196-E0D9-EFF9-330657D8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D1EE-06AA-A20F-DC2E-6419403C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4BB0-BC34-59A4-FF4F-BF28BAF17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2A8C2-A583-4B9B-8644-A3868E168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9E669-2ABB-31FA-865D-75E8A98F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0962-8873-4380-716C-8BCE01AB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C91B1-8AD7-3CB1-4F2E-DA033C6F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3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B23E-E941-FC04-66FE-A9F9BB70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D7962-1E32-C265-88E1-466FD66C4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8166E-9695-6971-E7EF-E6300BC22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02265-FB43-65C7-2607-1B4805F10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6943C-0EDE-D500-389F-92C2AF625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1BA76-E1DC-63C6-8CC2-F3656E01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B5832-1817-E479-E364-91F4E518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BE594-0199-A847-1B95-ABE9340E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3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7EFA-7974-43CC-F4EA-1C33847F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C41C1-D45C-8EF9-F261-0FC8B90C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100CA-B57A-C59A-1A95-6B5AB07F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7DF32-27C4-6FBE-928A-BB98B6FA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F52A6-CE0B-5EF6-D287-E8C8E14C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9A2D8-13D0-EE6A-6C6F-DB16B597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3F5A3-AE2A-7C92-5C19-47DF7A0A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6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BAD5-0212-04A4-69AC-CEDE5432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1849-10B0-0B36-5261-24503AB08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E4DF-E456-0623-DB57-26C6E4F4F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FA779-02EF-E584-3391-04783644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DA5EA-C6CA-9448-15B1-C8C16486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2E58-618E-1821-903D-B9FD8522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2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231B-0B4E-E31C-1939-94215430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BBF9D-774F-46CB-9D7C-34B20099B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517EA-07DB-D68D-CBE5-55ACF16F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4B377-0B62-A6B2-6687-43CECFE0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595AE-DB3B-E443-5A1A-A401E890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9541-2593-6A1A-F561-F2C20C15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39BA-775F-F94C-AB87-0C1A5696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14A37-D934-1E54-0851-D950D6C1E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AAC50-1142-6B93-A9D6-1D731C36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4A67-4C32-211F-D198-6145BF32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E8DA2-C4A7-E09F-12ED-89BD04BD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2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906C5-945D-C701-6472-D7F67B541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1CD41-2E8A-D789-163D-34A1B7C1D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8A81-E891-143C-FC0D-6DDCFB1D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4B677-149D-4893-4C19-87A07528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F979-E110-50C9-3D50-78DC846C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0BD96-0D19-4A9D-F666-CDC5DC28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41B7D-F7C8-C2A2-6AAD-FAC29242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E36C6-00A2-AD96-49CE-A6BF412F7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771E5-35ED-A84B-AAD4-032E82513034}" type="datetimeFigureOut"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77EB7-F26C-8414-6A27-77D76EAF0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A8A5-D3A8-3881-15F8-90613BB2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09C9-8837-3C59-F87D-E268F6BAA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34D9F-3077-84C6-78C0-B383F92EE5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69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alistair cockburn</dc:creator>
  <cp:lastModifiedBy>alistair cockburn</cp:lastModifiedBy>
  <cp:revision>1</cp:revision>
  <dcterms:created xsi:type="dcterms:W3CDTF">2026-02-26T18:24:02Z</dcterms:created>
  <dcterms:modified xsi:type="dcterms:W3CDTF">2026-02-26T18:24:11Z</dcterms:modified>
</cp:coreProperties>
</file>